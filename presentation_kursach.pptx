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4319D-1C4F-3295-96AF-C6635D4F8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5CD43F-47F8-BFA3-F537-743D03DF8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747F25-ED74-848E-681C-D403D05C8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E9B355-EDDD-A7DE-067A-2766BCECC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08BA7F-5B94-0273-0EFD-D83D900F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1763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0B8F0-9379-F104-512D-B6752E84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09C6E8-8BA6-B4FA-0522-E4B12D11B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05087B-75EB-9A3A-EE93-D77778F4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DDBDBA-7C59-0B94-213D-F805E8D0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1D2954-0DB9-5431-B81B-359D3168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2844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D322D-2E4B-9FDA-544E-C603DCCA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FA8400-5CFF-39FF-57F7-A7D00D7ED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467C1C-60A5-6D1E-2C9B-2B3A0313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44C0B6-B55D-4255-F225-AFD64BF4A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9C49AD-6840-D545-E927-9EBC9FFE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3961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749F9-5C60-8C5C-8FFF-5D786064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288A8D-D3F1-B927-34E8-BD34B21B5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F2AA73-3B14-420B-753C-D86BB57E0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CE11BD-D9C2-8AC3-AD44-5790829E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A112C8-9228-858F-3DA4-9BF3B52F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B8E26D-4BFA-E11A-F477-3C4A1416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3312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79DB4-459C-C9BD-0EF6-5F2A2264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187BA7-6735-15A8-5D9E-76FA5480F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421B6D-73D5-1F14-1C70-EDC834BAA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7B8697-C84E-DB10-3001-059F16E6A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55DEF2-7C1D-0FBA-0EAC-94EBCDB22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9AA6B0D-FB82-47E3-A900-5BA7030AB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5EDE7F3-07BB-2253-EDB4-9AA19A59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EB5186-26B3-8623-A090-ED5D3688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1854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D0899-2EA8-CE5B-FA62-E8418A5C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2BB253-619C-5459-37C2-65F1DB37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DF92BA-8290-76C3-149D-E605E7E1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9B5D3F-6D59-B40A-7117-C74F8A96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58729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154E4A-777D-39E9-186A-FEA0F502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35F5A4E-167A-3F92-C6AE-8DC9C573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838BCC-0307-4A13-974A-FBA10F67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8125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64912-E208-F4E6-0BBD-7B254430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AFF13F-F78F-126B-FB68-5DD458769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42320A-9951-144B-AE56-84557EC06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BFA096-5AAF-08B6-B8D3-613E7F26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50B000-F442-317B-2FB0-3F3ACCC3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05684E-728D-07DE-884E-C82FDD4E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80754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9F3DD-A8EA-E968-C792-3E628A8D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63E5B0-CC39-EBD1-C322-72E5DD574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C1A93B-5ACC-B268-CA7B-D9D3584D8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CDEA53-1A2D-E4FC-CD76-8D27A54C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E7F02B-761D-4A42-D356-F171962C9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ABD9D7-A3EE-9E24-0751-EF0D355F7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0657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70D02-AAEF-960B-3756-704A5E12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C3F7C9-F47F-AE85-9C1C-9A086410D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48F1C3-C80D-46FA-6005-C39E46E7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3AB843-F458-2E4E-A9EC-2D53F503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588A2C-7F7C-061E-BC43-94A9F68F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3924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F98DA6-2608-E265-99D0-23F2ADFEB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97113C-892A-5E99-B8DE-2A9B89263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F4A717-2C9A-1972-1351-12197130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FF0D3E-0722-8F62-8B41-08236775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1249E4-3B44-CF85-0028-127FE874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0203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0107B-BBC1-C61E-53DA-A012060D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777238-E5CF-6772-43C6-BD3F6BE10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B4775B-EF03-30F8-D36B-F11CC17D9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AC65A-7757-45F5-A4C8-EB301E5F052F}" type="datetimeFigureOut">
              <a:rPr lang="ru-BY" smtClean="0"/>
              <a:t>30.06.2026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6FC148-1B31-5D0D-771C-457D71AC5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6CAEFC-728F-0C30-226D-09AC28F4D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E7BA8-F733-4BC6-98E0-E50E51344C8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86515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40BC8-848C-E1EA-518B-24F8DFAF4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71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системы генерации и распознавания QR-кодов с использованием белорусских национальных орнаментов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33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A92F2-4EDD-150E-BD01-E46D7E04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чём проект</a:t>
            </a:r>
            <a:b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DC5BD3-19BF-6868-828B-7D0820D98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простая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именно 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взять обычные QR-код и вместо чёрных квадратиков засунуть туда белорусские орнаменты. Каждый узор — это кусок данных. В итоге получается код, который и информацию несёт, и выглядит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патриотично.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63069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AAFAF-18C3-3B83-9877-4E83E13D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857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«Под капотом»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337509-65B2-1283-31BB-FF981685E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12332"/>
            <a:ext cx="10871200" cy="554566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1. Сжатие.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Текст сжимается алгоритмом </a:t>
            </a:r>
            <a:r>
              <a:rPr lang="ru-BY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zlib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нужно, чтобы влезло больше данных. Например, ссылка https://github.com занимает 19 байт, а после сжатия — всего около 15.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2. Контрольная сумма CRC32.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сжатым данным приклеивается 4 байта — это контрольная сумма. CRC32 — это как отпечаток данных: если хоть один байт изменится, сумма не совпадёт, и мы сразу узнаем, что данные повреждены.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Важный момент: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CRC32 не хранится где-то отдельно — она встроена прямо в сам QR-код, в последние 4 байта. То есть когда генератор создаёт код, он сначала сжимает текст, потом считает от него CRC32, приклеивает эти 4 байта в конец, и всё это вместе превращается в орнаменты.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распознавании система берёт распознанные данные, сама пересчитывает CRC32 и сверяет с той, что была в QR-коде. Если совпало — текст целый, если нет — значит какой-то орнамент распознался криво, и система выдаёт ошибку вместо мусора.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3. HEX.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Всё это превращается в </a:t>
            </a:r>
            <a:r>
              <a:rPr lang="ru-BY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-строку — последовательность пар символов от 00 до FF.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4. Орнаменты.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Каждая пара </a:t>
            </a:r>
            <a:r>
              <a:rPr lang="ru-BY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-символов превращается в 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пару орнаментов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нашего набора. Всего орнаментов 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столько белорусских узоров я собрал и обработал. Из них получается 43 × 43 = 1849 комбинаций пар — этого с запасом хватает, чтобы закодировать любой байт (0–255).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данных мало — оставшиеся ячейки заполняются орнаментом-заглушкой, чтобы QR-код всегда был целиком заполнен узором, без пустоты.</a:t>
            </a:r>
          </a:p>
          <a:p>
            <a:pPr marL="0" indent="0">
              <a:buNone/>
            </a:pP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472599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FFD87-33E5-1E0E-A1DA-280E4D15A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QR-кода</a:t>
            </a:r>
            <a:br>
              <a:rPr lang="ru-BY" b="1" dirty="0"/>
            </a:b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F7B2AE-2055-C7F2-BC60-EE08C144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267" y="1312332"/>
            <a:ext cx="10515600" cy="5799667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 QR-код вертикальный — 500×1000 пикселей для среднего размера. Вертикальный взял специально, чтобы ячеек влезло больше.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углам рисуются 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маркера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 они разные: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BY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finder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-паттерна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(поисковых узора) — одинаковые, большие, 50×50 пикселей. Они в трёх углах: верхнем левом, верхнем правом и нижнем левом. По ним сканер понимает, где вообще находится код, как он повёрнут и какого он размера. Структура у них стандартная — три вложенных квадрата в соотношении 1:1:3:1:1, как в обычных QR-кодах.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BY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-паттерн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(выравнивающий узор) — поменьше, 35×35 пикселей, в нижнем правом углу. У него другая структура — три квадрата в соотношении 1:1:1. Он нужен, чтобы корректировать перспективу, если QR-код сфотографирован под углом.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Между маркерами натянута сетка 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на 12 ячеек — это 72 ячейки фиксированно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Почему фиксированно: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структура кода всегда была одинаковая, независимо от длины текста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сканер знал, сколько ячеек искать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текст короткий — остаток заполняется </a:t>
            </a:r>
            <a:r>
              <a:rPr lang="ru-BY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filler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-орнаментом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три размера: Small (32 ячейки), </a:t>
            </a:r>
            <a:r>
              <a:rPr lang="ru-BY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(72 ячейки) и </a:t>
            </a:r>
            <a:r>
              <a:rPr lang="ru-BY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(128 ячеек). Каждая ячейка содержит 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два орнамента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сверху и снизу. Это удваивает плотность данных</a:t>
            </a:r>
            <a:b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2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ED2F7-F280-BC7F-84CE-7A7D0039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30"/>
            <a:ext cx="10515600" cy="1325563"/>
          </a:xfrm>
        </p:spPr>
        <p:txBody>
          <a:bodyPr/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 распознавание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D28E66-BFC9-9E16-94F9-FF8380124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3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BY" dirty="0"/>
              <a:t>Сканер работает в несколько этапов:</a:t>
            </a:r>
          </a:p>
          <a:p>
            <a:r>
              <a:rPr lang="ru-BY" b="1" dirty="0"/>
              <a:t>Загружает картинку</a:t>
            </a:r>
            <a:r>
              <a:rPr lang="ru-BY" dirty="0"/>
              <a:t> и приводит её в порядок — переводит в ч/б, подтягивает контраст через CLAHE, чуть размывает шум через Гауссов фильтр.</a:t>
            </a:r>
          </a:p>
          <a:p>
            <a:r>
              <a:rPr lang="ru-BY" b="1" dirty="0"/>
              <a:t>Ищет маркеры.</a:t>
            </a:r>
            <a:r>
              <a:rPr lang="ru-BY" dirty="0"/>
              <a:t> Проходит построчно и смотрит, где есть чередование чёрных и белых полос в пропорции 1:1:3:1:1 — это сигнатура </a:t>
            </a:r>
            <a:r>
              <a:rPr lang="ru-BY" dirty="0" err="1"/>
              <a:t>finder</a:t>
            </a:r>
            <a:r>
              <a:rPr lang="ru-BY" dirty="0"/>
              <a:t>-паттерна. Находит 3 таких места.</a:t>
            </a:r>
          </a:p>
          <a:p>
            <a:r>
              <a:rPr lang="ru-BY" b="1" dirty="0"/>
              <a:t>Сортирует их</a:t>
            </a:r>
            <a:r>
              <a:rPr lang="ru-BY" dirty="0"/>
              <a:t> — определяет, где верхний левый, где правый, где нижний.</a:t>
            </a:r>
          </a:p>
          <a:p>
            <a:r>
              <a:rPr lang="ru-BY" b="1" dirty="0"/>
              <a:t>Ищет </a:t>
            </a:r>
            <a:r>
              <a:rPr lang="ru-BY" b="1" dirty="0" err="1"/>
              <a:t>alignment</a:t>
            </a:r>
            <a:r>
              <a:rPr lang="ru-BY" b="1" dirty="0"/>
              <a:t>-паттерн</a:t>
            </a:r>
            <a:r>
              <a:rPr lang="ru-BY" dirty="0"/>
              <a:t> в правом нижнем углу — там, где он должен быть по геометрии.</a:t>
            </a:r>
          </a:p>
          <a:p>
            <a:r>
              <a:rPr lang="ru-BY" b="1" dirty="0"/>
              <a:t>Выравнивает картинку</a:t>
            </a:r>
            <a:r>
              <a:rPr lang="ru-BY" dirty="0"/>
              <a:t> через </a:t>
            </a:r>
            <a:r>
              <a:rPr lang="ru-BY" dirty="0" err="1"/>
              <a:t>getPerspectiveTransform</a:t>
            </a:r>
            <a:r>
              <a:rPr lang="ru-BY" dirty="0"/>
              <a:t> в </a:t>
            </a:r>
            <a:r>
              <a:rPr lang="ru-BY" dirty="0" err="1"/>
              <a:t>OpenCV</a:t>
            </a:r>
            <a:r>
              <a:rPr lang="ru-BY" dirty="0"/>
              <a:t> — это матричная операция, которая превращает кривой четырёхугольник в ровный прямоугольник.</a:t>
            </a:r>
          </a:p>
          <a:p>
            <a:r>
              <a:rPr lang="ru-BY" b="1" dirty="0"/>
              <a:t>Разбивает на ячейки</a:t>
            </a:r>
            <a:r>
              <a:rPr lang="ru-BY" dirty="0"/>
              <a:t> по сетке 6×12.</a:t>
            </a:r>
          </a:p>
          <a:p>
            <a:r>
              <a:rPr lang="ru-BY" b="1" dirty="0"/>
              <a:t>Берёт каждую ячейку</a:t>
            </a:r>
            <a:r>
              <a:rPr lang="ru-BY" dirty="0"/>
              <a:t> и сравнивает её с 43 эталонными орнаментами.</a:t>
            </a:r>
            <a:r>
              <a:rPr lang="en-US" dirty="0"/>
              <a:t> </a:t>
            </a:r>
            <a:r>
              <a:rPr lang="ru-BY" b="1" dirty="0"/>
              <a:t>И вот тут важный момент про сравнение.</a:t>
            </a:r>
            <a:r>
              <a:rPr lang="ru-BY" dirty="0"/>
              <a:t> Оно идет </a:t>
            </a:r>
            <a:r>
              <a:rPr lang="ru-BY" b="1" dirty="0"/>
              <a:t>не пиксель в пиксель</a:t>
            </a:r>
            <a:r>
              <a:rPr lang="ru-BY" dirty="0"/>
              <a:t>. Если бы мы так делали, система бы ломалась на любом кривом или тёмном фото. Вместо этого используется </a:t>
            </a:r>
            <a:r>
              <a:rPr lang="ru-BY" b="1" dirty="0"/>
              <a:t>нормализованная корреляция</a:t>
            </a:r>
            <a:r>
              <a:rPr lang="ru-BY" dirty="0"/>
              <a:t>. Мы вычитаем среднюю яркость и делим на стандартное отклонение — это полностью убирает влияние освещения. А потом считаем скалярное произведение.</a:t>
            </a:r>
            <a:r>
              <a:rPr lang="en-US" dirty="0"/>
              <a:t> </a:t>
            </a:r>
            <a:r>
              <a:rPr lang="ru-BY" dirty="0"/>
              <a:t>Если результат </a:t>
            </a:r>
            <a:r>
              <a:rPr lang="ru-BY" b="1" dirty="0"/>
              <a:t>больше 0.3</a:t>
            </a:r>
            <a:r>
              <a:rPr lang="ru-BY" dirty="0"/>
              <a:t> (то есть 30% совпадения по форме) — орнамент считается распознанным. Почему порог такой низкий? Потому что при реальном фото перспектива, шум камеры и сжатие JPEG могут искажать узор на 20-30%. А 30% порога хватает, чтобы чётко отличить один узор от другого, но при этом не ломаться на кривых фотках.</a:t>
            </a:r>
            <a:r>
              <a:rPr lang="en-US" dirty="0"/>
              <a:t> </a:t>
            </a:r>
            <a:r>
              <a:rPr lang="ru-BY" dirty="0"/>
              <a:t>Плюс есть защита от случайного угадывания: если разница между первым и вторым результатом по базе меньше 0.1, система говорит "не уверен" и отбрасывает ячейку. Лучше пропустить, чем выдать ошибку.</a:t>
            </a:r>
          </a:p>
          <a:p>
            <a:r>
              <a:rPr lang="ru-BY" b="1" dirty="0"/>
              <a:t>Собирает текст обратно</a:t>
            </a:r>
            <a:r>
              <a:rPr lang="ru-BY" dirty="0"/>
              <a:t> — пары орнаментов → </a:t>
            </a:r>
            <a:r>
              <a:rPr lang="ru-BY" dirty="0" err="1"/>
              <a:t>hex</a:t>
            </a:r>
            <a:r>
              <a:rPr lang="ru-BY" dirty="0"/>
              <a:t> → байты → разжимает </a:t>
            </a:r>
            <a:r>
              <a:rPr lang="ru-BY" dirty="0" err="1"/>
              <a:t>zlib</a:t>
            </a:r>
            <a:r>
              <a:rPr lang="ru-BY" dirty="0"/>
              <a:t> → проверяет CRC32 → если всё совпало, выдаёт результат.</a:t>
            </a:r>
          </a:p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786226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3DB67-4034-D4ED-5104-0537F967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создания использовалось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C637F1-65E2-2073-B593-A8EB6A71C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основной язык</a:t>
            </a:r>
          </a:p>
          <a:p>
            <a:r>
              <a:rPr lang="ru-BY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веб-сервер, чтобы всё работало в браузере</a:t>
            </a:r>
          </a:p>
          <a:p>
            <a:r>
              <a:rPr lang="ru-BY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компьютерное зрение: поиск маркеров, перспективная трансформация, сравнение изображений</a:t>
            </a:r>
          </a:p>
          <a:p>
            <a:r>
              <a:rPr lang="ru-BY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Pillow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(PIL)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рисование картинок, отрисовка орнаментов</a:t>
            </a:r>
          </a:p>
          <a:p>
            <a:r>
              <a:rPr lang="ru-BY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математика для нормализованной корреляции</a:t>
            </a:r>
          </a:p>
          <a:p>
            <a:r>
              <a:rPr lang="ru-BY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zlib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сжатие данных и CRC32</a:t>
            </a:r>
          </a:p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HTML/CSS/JavaScript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интерфейс, цвета флага Беларуси</a:t>
            </a:r>
          </a:p>
          <a:p>
            <a:pPr marL="0" indent="0">
              <a:buNone/>
            </a:pPr>
            <a:b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71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95A5E-3228-EE3E-42BA-BB2C5429C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Ответы на частые вопросы: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939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3DDD4-367F-586D-DF94-718FFA2E7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 что такое CRC32 и как оно работает?»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5F10EC-C311-906B-9719-31B274F09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контрольная сумма — 4 байта, которые считаются от всех данных. Работает как отпечаток: если хоть один байт изменится, сумма не совпадёт. Используется в архивах ZIP, в сетевых протоколах.</a:t>
            </a:r>
          </a:p>
          <a:p>
            <a:pPr marL="0" indent="0"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меня она встроена прямо в QR-код — в последние 4 байта. Когда генератор создаёт код, он сжимает текст, считает CRC32, приклеивает её в конец, и всё это превращается в орнаменты. При распознавании система сама пересчитывает CRC32 от распознанных данных и сверяет с той, что была в коде. Если совпало — текст целый, если нет — выдаёт ошибку.</a:t>
            </a:r>
          </a:p>
        </p:txBody>
      </p:sp>
    </p:spTree>
    <p:extLst>
      <p:ext uri="{BB962C8B-B14F-4D97-AF65-F5344CB8AC3E}">
        <p14:creationId xmlns:p14="http://schemas.microsoft.com/office/powerpoint/2010/main" val="42384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E5F7E-F1BA-C60D-D5FF-3FF1A2D3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 почему количество ячеек фиксированное? Разве не зависит от текста?»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857F6-36B8-EDEA-216A-DAC30192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ячеек зависит от выбранного размера QR-кода, а не от длины текста. Это сделано специально: структура кода всегда одинаковая, сканер знает, что искать. Если текст короткий — оставшиеся ячейки заполняются орнаментом-заглушкой. Если текст длинный и не влезает — он просто обрежется.</a:t>
            </a:r>
          </a:p>
        </p:txBody>
      </p:sp>
    </p:spTree>
    <p:extLst>
      <p:ext uri="{BB962C8B-B14F-4D97-AF65-F5344CB8AC3E}">
        <p14:creationId xmlns:p14="http://schemas.microsoft.com/office/powerpoint/2010/main" val="140735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4FE6D-F35E-E85D-5BC7-2AC9780A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 почему орнаментов именно 43?»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3224D9-7180-3CDE-9679-9A6C9BF32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BY" dirty="0"/>
              <a:t>Столько белорусских национальных орнаментов я собрал и обработал для проекта. Этого хватает, чтобы в паре получать 1849 комбинаций — больше, чем нужно для кодирования одного байта (0–255).</a:t>
            </a:r>
          </a:p>
        </p:txBody>
      </p:sp>
    </p:spTree>
    <p:extLst>
      <p:ext uri="{BB962C8B-B14F-4D97-AF65-F5344CB8AC3E}">
        <p14:creationId xmlns:p14="http://schemas.microsoft.com/office/powerpoint/2010/main" val="171727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FE0C5-525F-59D6-FEDB-C261089BB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 почему вертикальный формат, а не квадратный?»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2ECED-4F3A-C615-51A5-9F27EAFA2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BY" dirty="0"/>
              <a:t>Чтобы больше ячеек влезло при той же ширине. В вертикальном формате 500×1000 получается 72 ячейки, а в квадратном 500×500 — только 32. Плюс вертикальный формат выглядит интереснее и больше похож на древние пояса с орнаментами.</a:t>
            </a:r>
          </a:p>
        </p:txBody>
      </p:sp>
    </p:spTree>
    <p:extLst>
      <p:ext uri="{BB962C8B-B14F-4D97-AF65-F5344CB8AC3E}">
        <p14:creationId xmlns:p14="http://schemas.microsoft.com/office/powerpoint/2010/main" val="1606677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AB77F-DAFD-E914-373D-5C1C9543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 зачем 4 маркера, а не 3?»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AA08BD-C049-3218-3FE2-25D8B2EA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BY" dirty="0"/>
              <a:t>3 </a:t>
            </a:r>
            <a:r>
              <a:rPr lang="ru-BY" dirty="0" err="1"/>
              <a:t>finder</a:t>
            </a:r>
            <a:r>
              <a:rPr lang="ru-BY" dirty="0"/>
              <a:t>-паттерна нужны, чтобы понять ориентацию и размер кода. Но если QR-код сфотографирован под углом, возникает перспективное искажение — прямоугольник превращается в трапецию. Чтобы это исправить, нужен 4-й маркер (</a:t>
            </a:r>
            <a:r>
              <a:rPr lang="ru-BY" dirty="0" err="1"/>
              <a:t>alignment</a:t>
            </a:r>
            <a:r>
              <a:rPr lang="ru-BY" dirty="0"/>
              <a:t>) в противоположном углу. По 4 точкам </a:t>
            </a:r>
            <a:r>
              <a:rPr lang="ru-BY" dirty="0" err="1"/>
              <a:t>OpenCV</a:t>
            </a:r>
            <a:r>
              <a:rPr lang="ru-BY" dirty="0"/>
              <a:t> строит матрицу </a:t>
            </a:r>
            <a:r>
              <a:rPr lang="ru-BY" dirty="0" err="1"/>
              <a:t>гомографии</a:t>
            </a:r>
            <a:r>
              <a:rPr lang="ru-BY" dirty="0"/>
              <a:t> и выравнивает картинку.</a:t>
            </a:r>
          </a:p>
        </p:txBody>
      </p:sp>
    </p:spTree>
    <p:extLst>
      <p:ext uri="{BB962C8B-B14F-4D97-AF65-F5344CB8AC3E}">
        <p14:creationId xmlns:p14="http://schemas.microsoft.com/office/powerpoint/2010/main" val="1235524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8BD53-8890-64BD-CC79-71184FA22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1" dirty="0"/>
              <a:t>«А 30% порога — это не мало? Не будет ли ложных срабатываний?»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4B6D90-CFD1-DE18-038B-889F7E87B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нормализованных данных это достаточно много. Представьте: если бы вы сравнивали два человека по фото и требовали 100% совпадения, вы бы не узнали даже себя при другом освещении. А 30% совпадения по форме после нормализации — это как узнать человека по силуэту. Для 43 разных орнаментов, которые сильно отличаются друг от друга, этого более чем достаточно. А чтобы исключить случайное угадывание, я добавил проверку на разницу между лучшим и вторым результатом — если они слишком близки, система просто отбрасывает ячейку.</a:t>
            </a:r>
          </a:p>
        </p:txBody>
      </p:sp>
    </p:spTree>
    <p:extLst>
      <p:ext uri="{BB962C8B-B14F-4D97-AF65-F5344CB8AC3E}">
        <p14:creationId xmlns:p14="http://schemas.microsoft.com/office/powerpoint/2010/main" val="3609755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D9B43-0E9B-B237-B201-946BB9F7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BY" b="1" dirty="0"/>
              <a:t>«А </a:t>
            </a: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ru-BY" b="1" dirty="0"/>
              <a:t> фото кривое или тёмное?»</a:t>
            </a:r>
            <a:br>
              <a:rPr lang="ru-BY" dirty="0"/>
            </a:br>
            <a:br>
              <a:rPr lang="ru-BY" dirty="0"/>
            </a:b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63161A-9BE9-0611-7019-0D76B8084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этот случай есть предобработка: CLAHE выравнивает контраст, Гауссов фильтр убирает шум. Плюс нормализованная корреляция при сравнении орнаментов устойчива к изменениям яркости. Для фото с камеры включается расширенный режим обработки — он дольше, но точнее.</a:t>
            </a:r>
          </a:p>
        </p:txBody>
      </p:sp>
    </p:spTree>
    <p:extLst>
      <p:ext uri="{BB962C8B-B14F-4D97-AF65-F5344CB8AC3E}">
        <p14:creationId xmlns:p14="http://schemas.microsoft.com/office/powerpoint/2010/main" val="1106824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61363B-6F23-9A0C-1BD3-BD785E60B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1" dirty="0"/>
              <a:t>«А если один орнамент распознался неправильно?»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D44324-4D78-4B49-228D-863611F31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CRC32 не совпадёт, и система выдаст ошибку, а не битый текст. Это гарантирует корректность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133527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31660-F9DA-3266-7DA8-E2277449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3195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Широкоэкранный</PresentationFormat>
  <Paragraphs>59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Разработка системы генерации и распознавания QR-кодов с использованием белорусских национальных орнаментов</vt:lpstr>
      <vt:lpstr>О чём проект </vt:lpstr>
      <vt:lpstr>«Под капотом»</vt:lpstr>
      <vt:lpstr>Структура QR-кода </vt:lpstr>
      <vt:lpstr>Как работает распознавание</vt:lpstr>
      <vt:lpstr>Для создания использовалось</vt:lpstr>
      <vt:lpstr>Ответы на частые вопросы:</vt:lpstr>
      <vt:lpstr>«А что такое CRC32 и как оно работает?»</vt:lpstr>
      <vt:lpstr>«А почему количество ячеек фиксированное? Разве не зависит от текста?»</vt:lpstr>
      <vt:lpstr>«А почему орнаментов именно 43?»</vt:lpstr>
      <vt:lpstr>«А почему вертикальный формат, а не квадратный?»</vt:lpstr>
      <vt:lpstr>«А зачем 4 маркера, а не 3?»</vt:lpstr>
      <vt:lpstr>«А 30% порога — это не мало? Не будет ли ложных срабатываний?»</vt:lpstr>
      <vt:lpstr>«А если фото кривое или тёмное?»  </vt:lpstr>
      <vt:lpstr>«А если один орнамент распознался неправильно?»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Vaismann Timon</dc:creator>
  <cp:lastModifiedBy>Vaismann Timon</cp:lastModifiedBy>
  <cp:revision>1</cp:revision>
  <dcterms:created xsi:type="dcterms:W3CDTF">2026-06-29T21:56:34Z</dcterms:created>
  <dcterms:modified xsi:type="dcterms:W3CDTF">2026-06-29T21:56:52Z</dcterms:modified>
</cp:coreProperties>
</file>